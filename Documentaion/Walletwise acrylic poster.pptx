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898" r:id="rId1"/>
  </p:sldMasterIdLst>
  <p:sldIdLst>
    <p:sldId id="256" r:id="rId2"/>
    <p:sldId id="257" r:id="rId3"/>
  </p:sldIdLst>
  <p:sldSz cx="14211300" cy="20104100"/>
  <p:notesSz cx="14211300" cy="201041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27" d="100"/>
          <a:sy n="27" d="100"/>
        </p:scale>
        <p:origin x="2635" y="8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5144" y="3290186"/>
            <a:ext cx="12081016" cy="6999205"/>
          </a:xfrm>
        </p:spPr>
        <p:txBody>
          <a:bodyPr anchor="b">
            <a:normAutofit/>
          </a:bodyPr>
          <a:lstStyle>
            <a:lvl1pPr algn="ctr">
              <a:defRPr sz="746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5144" y="10559308"/>
            <a:ext cx="12081016" cy="4853836"/>
          </a:xfrm>
        </p:spPr>
        <p:txBody>
          <a:bodyPr/>
          <a:lstStyle>
            <a:lvl1pPr marL="0" indent="0" algn="ctr">
              <a:buNone/>
              <a:defRPr sz="3730"/>
            </a:lvl1pPr>
            <a:lvl2pPr marL="710580" indent="0" algn="ctr">
              <a:buNone/>
              <a:defRPr sz="3108"/>
            </a:lvl2pPr>
            <a:lvl3pPr marL="1421160" indent="0" algn="ctr">
              <a:buNone/>
              <a:defRPr sz="2798"/>
            </a:lvl3pPr>
            <a:lvl4pPr marL="2131741" indent="0" algn="ctr">
              <a:buNone/>
              <a:defRPr sz="2487"/>
            </a:lvl4pPr>
            <a:lvl5pPr marL="2842321" indent="0" algn="ctr">
              <a:buNone/>
              <a:defRPr sz="2487"/>
            </a:lvl5pPr>
            <a:lvl6pPr marL="3552901" indent="0" algn="ctr">
              <a:buNone/>
              <a:defRPr sz="2487"/>
            </a:lvl6pPr>
            <a:lvl7pPr marL="4263481" indent="0" algn="ctr">
              <a:buNone/>
              <a:defRPr sz="2487"/>
            </a:lvl7pPr>
            <a:lvl8pPr marL="4974062" indent="0" algn="ctr">
              <a:buNone/>
              <a:defRPr sz="2487"/>
            </a:lvl8pPr>
            <a:lvl9pPr marL="5684642" indent="0" algn="ctr">
              <a:buNone/>
              <a:defRPr sz="2487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050597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25581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2838" y="1926650"/>
            <a:ext cx="11345625" cy="8362746"/>
          </a:xfrm>
        </p:spPr>
        <p:txBody>
          <a:bodyPr anchor="b">
            <a:normAutofit/>
          </a:bodyPr>
          <a:lstStyle>
            <a:lvl1pPr>
              <a:defRPr sz="528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32838" y="10559312"/>
            <a:ext cx="11345625" cy="4397770"/>
          </a:xfrm>
        </p:spPr>
        <p:txBody>
          <a:bodyPr/>
          <a:lstStyle>
            <a:lvl1pPr marL="0" indent="0" algn="ctr">
              <a:buNone/>
              <a:defRPr sz="3730">
                <a:solidFill>
                  <a:schemeClr val="tx1">
                    <a:tint val="75000"/>
                  </a:schemeClr>
                </a:solidFill>
              </a:defRPr>
            </a:lvl1pPr>
            <a:lvl2pPr marL="710580" indent="0">
              <a:buNone/>
              <a:defRPr sz="3108">
                <a:solidFill>
                  <a:schemeClr val="tx1">
                    <a:tint val="75000"/>
                  </a:schemeClr>
                </a:solidFill>
              </a:defRPr>
            </a:lvl2pPr>
            <a:lvl3pPr marL="1421160" indent="0">
              <a:buNone/>
              <a:defRPr sz="2798">
                <a:solidFill>
                  <a:schemeClr val="tx1">
                    <a:tint val="75000"/>
                  </a:schemeClr>
                </a:solidFill>
              </a:defRPr>
            </a:lvl3pPr>
            <a:lvl4pPr marL="2131741" indent="0">
              <a:buNone/>
              <a:defRPr sz="2487">
                <a:solidFill>
                  <a:schemeClr val="tx1">
                    <a:tint val="75000"/>
                  </a:schemeClr>
                </a:solidFill>
              </a:defRPr>
            </a:lvl4pPr>
            <a:lvl5pPr marL="2842321" indent="0">
              <a:buNone/>
              <a:defRPr sz="2487">
                <a:solidFill>
                  <a:schemeClr val="tx1">
                    <a:tint val="75000"/>
                  </a:schemeClr>
                </a:solidFill>
              </a:defRPr>
            </a:lvl5pPr>
            <a:lvl6pPr marL="3552901" indent="0">
              <a:buNone/>
              <a:defRPr sz="2487">
                <a:solidFill>
                  <a:schemeClr val="tx1">
                    <a:tint val="75000"/>
                  </a:schemeClr>
                </a:solidFill>
              </a:defRPr>
            </a:lvl6pPr>
            <a:lvl7pPr marL="4263481" indent="0">
              <a:buNone/>
              <a:defRPr sz="2487">
                <a:solidFill>
                  <a:schemeClr val="tx1">
                    <a:tint val="75000"/>
                  </a:schemeClr>
                </a:solidFill>
              </a:defRPr>
            </a:lvl7pPr>
            <a:lvl8pPr marL="4974062" indent="0">
              <a:buNone/>
              <a:defRPr sz="2487">
                <a:solidFill>
                  <a:schemeClr val="tx1">
                    <a:tint val="75000"/>
                  </a:schemeClr>
                </a:solidFill>
              </a:defRPr>
            </a:lvl8pPr>
            <a:lvl9pPr marL="5684642" indent="0">
              <a:buNone/>
              <a:defRPr sz="248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31548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5144" y="1787036"/>
            <a:ext cx="12068603" cy="388808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5143" y="6121873"/>
            <a:ext cx="5951686" cy="1085492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5873" y="6121873"/>
            <a:ext cx="5937874" cy="1085492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42033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5144" y="1787036"/>
            <a:ext cx="12068603" cy="38858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22726" y="6121871"/>
            <a:ext cx="5595507" cy="2415283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3730" b="1"/>
            </a:lvl1pPr>
            <a:lvl2pPr marL="710580" indent="0">
              <a:buNone/>
              <a:defRPr sz="3108" b="1"/>
            </a:lvl2pPr>
            <a:lvl3pPr marL="1421160" indent="0">
              <a:buNone/>
              <a:defRPr sz="2798" b="1"/>
            </a:lvl3pPr>
            <a:lvl4pPr marL="2131741" indent="0">
              <a:buNone/>
              <a:defRPr sz="2487" b="1"/>
            </a:lvl4pPr>
            <a:lvl5pPr marL="2842321" indent="0">
              <a:buNone/>
              <a:defRPr sz="2487" b="1"/>
            </a:lvl5pPr>
            <a:lvl6pPr marL="3552901" indent="0">
              <a:buNone/>
              <a:defRPr sz="2487" b="1"/>
            </a:lvl6pPr>
            <a:lvl7pPr marL="4263481" indent="0">
              <a:buNone/>
              <a:defRPr sz="2487" b="1"/>
            </a:lvl7pPr>
            <a:lvl8pPr marL="4974062" indent="0">
              <a:buNone/>
              <a:defRPr sz="2487" b="1"/>
            </a:lvl8pPr>
            <a:lvl9pPr marL="5684642" indent="0">
              <a:buNone/>
              <a:defRPr sz="248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5142" y="8537154"/>
            <a:ext cx="5953089" cy="84396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52054" y="6121871"/>
            <a:ext cx="5581692" cy="2415283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3730" b="1"/>
            </a:lvl1pPr>
            <a:lvl2pPr marL="710580" indent="0">
              <a:buNone/>
              <a:defRPr sz="3108" b="1"/>
            </a:lvl2pPr>
            <a:lvl3pPr marL="1421160" indent="0">
              <a:buNone/>
              <a:defRPr sz="2798" b="1"/>
            </a:lvl3pPr>
            <a:lvl4pPr marL="2131741" indent="0">
              <a:buNone/>
              <a:defRPr sz="2487" b="1"/>
            </a:lvl4pPr>
            <a:lvl5pPr marL="2842321" indent="0">
              <a:buNone/>
              <a:defRPr sz="2487" b="1"/>
            </a:lvl5pPr>
            <a:lvl6pPr marL="3552901" indent="0">
              <a:buNone/>
              <a:defRPr sz="2487" b="1"/>
            </a:lvl6pPr>
            <a:lvl7pPr marL="4263481" indent="0">
              <a:buNone/>
              <a:defRPr sz="2487" b="1"/>
            </a:lvl7pPr>
            <a:lvl8pPr marL="4974062" indent="0">
              <a:buNone/>
              <a:defRPr sz="2487" b="1"/>
            </a:lvl8pPr>
            <a:lvl9pPr marL="5684642" indent="0">
              <a:buNone/>
              <a:defRPr sz="248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94471" y="8537154"/>
            <a:ext cx="5939276" cy="84396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5/22/2025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71833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5/22/2025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365642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5/22/2025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027215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9144" y="1787031"/>
            <a:ext cx="4583514" cy="6924746"/>
          </a:xfrm>
        </p:spPr>
        <p:txBody>
          <a:bodyPr anchor="b">
            <a:normAutofit/>
          </a:bodyPr>
          <a:lstStyle>
            <a:lvl1pPr>
              <a:defRPr sz="4352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19119" y="1787031"/>
            <a:ext cx="7214627" cy="1518976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69144" y="8711781"/>
            <a:ext cx="4583514" cy="8265016"/>
          </a:xfrm>
        </p:spPr>
        <p:txBody>
          <a:bodyPr/>
          <a:lstStyle>
            <a:lvl1pPr marL="0" indent="0" algn="ctr">
              <a:buNone/>
              <a:defRPr sz="2487"/>
            </a:lvl1pPr>
            <a:lvl2pPr marL="710580" indent="0">
              <a:buNone/>
              <a:defRPr sz="2176"/>
            </a:lvl2pPr>
            <a:lvl3pPr marL="1421160" indent="0">
              <a:buNone/>
              <a:defRPr sz="1865"/>
            </a:lvl3pPr>
            <a:lvl4pPr marL="2131741" indent="0">
              <a:buNone/>
              <a:defRPr sz="1554"/>
            </a:lvl4pPr>
            <a:lvl5pPr marL="2842321" indent="0">
              <a:buNone/>
              <a:defRPr sz="1554"/>
            </a:lvl5pPr>
            <a:lvl6pPr marL="3552901" indent="0">
              <a:buNone/>
              <a:defRPr sz="1554"/>
            </a:lvl6pPr>
            <a:lvl7pPr marL="4263481" indent="0">
              <a:buNone/>
              <a:defRPr sz="1554"/>
            </a:lvl7pPr>
            <a:lvl8pPr marL="4974062" indent="0">
              <a:buNone/>
              <a:defRPr sz="1554"/>
            </a:lvl8pPr>
            <a:lvl9pPr marL="5684642" indent="0">
              <a:buNone/>
              <a:defRPr sz="1554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62300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9144" y="1787031"/>
            <a:ext cx="6477150" cy="6924746"/>
          </a:xfrm>
        </p:spPr>
        <p:txBody>
          <a:bodyPr anchor="b">
            <a:normAutofit/>
          </a:bodyPr>
          <a:lstStyle>
            <a:lvl1pPr>
              <a:defRPr sz="497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59269" y="2224646"/>
            <a:ext cx="4611116" cy="14314535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4973"/>
            </a:lvl1pPr>
            <a:lvl2pPr marL="710580" indent="0">
              <a:buNone/>
              <a:defRPr sz="4352"/>
            </a:lvl2pPr>
            <a:lvl3pPr marL="1421160" indent="0">
              <a:buNone/>
              <a:defRPr sz="3730"/>
            </a:lvl3pPr>
            <a:lvl4pPr marL="2131741" indent="0">
              <a:buNone/>
              <a:defRPr sz="3108"/>
            </a:lvl4pPr>
            <a:lvl5pPr marL="2842321" indent="0">
              <a:buNone/>
              <a:defRPr sz="3108"/>
            </a:lvl5pPr>
            <a:lvl6pPr marL="3552901" indent="0">
              <a:buNone/>
              <a:defRPr sz="3108"/>
            </a:lvl6pPr>
            <a:lvl7pPr marL="4263481" indent="0">
              <a:buNone/>
              <a:defRPr sz="3108"/>
            </a:lvl7pPr>
            <a:lvl8pPr marL="4974062" indent="0">
              <a:buNone/>
              <a:defRPr sz="3108"/>
            </a:lvl8pPr>
            <a:lvl9pPr marL="5684642" indent="0">
              <a:buNone/>
              <a:defRPr sz="3108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65142" y="8711777"/>
            <a:ext cx="6482805" cy="8265019"/>
          </a:xfrm>
        </p:spPr>
        <p:txBody>
          <a:bodyPr>
            <a:normAutofit/>
          </a:bodyPr>
          <a:lstStyle>
            <a:lvl1pPr marL="0" indent="0" algn="ctr">
              <a:buNone/>
              <a:defRPr sz="2798"/>
            </a:lvl1pPr>
            <a:lvl2pPr marL="710580" indent="0">
              <a:buNone/>
              <a:defRPr sz="2176"/>
            </a:lvl2pPr>
            <a:lvl3pPr marL="1421160" indent="0">
              <a:buNone/>
              <a:defRPr sz="1865"/>
            </a:lvl3pPr>
            <a:lvl4pPr marL="2131741" indent="0">
              <a:buNone/>
              <a:defRPr sz="1554"/>
            </a:lvl4pPr>
            <a:lvl5pPr marL="2842321" indent="0">
              <a:buNone/>
              <a:defRPr sz="1554"/>
            </a:lvl5pPr>
            <a:lvl6pPr marL="3552901" indent="0">
              <a:buNone/>
              <a:defRPr sz="1554"/>
            </a:lvl6pPr>
            <a:lvl7pPr marL="4263481" indent="0">
              <a:buNone/>
              <a:defRPr sz="1554"/>
            </a:lvl7pPr>
            <a:lvl8pPr marL="4974062" indent="0">
              <a:buNone/>
              <a:defRPr sz="1554"/>
            </a:lvl8pPr>
            <a:lvl9pPr marL="5684642" indent="0">
              <a:buNone/>
              <a:defRPr sz="1554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32828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5157" y="12574219"/>
            <a:ext cx="12084692" cy="2401924"/>
          </a:xfrm>
        </p:spPr>
        <p:txBody>
          <a:bodyPr anchor="b">
            <a:normAutofit/>
          </a:bodyPr>
          <a:lstStyle>
            <a:lvl1pPr>
              <a:defRPr sz="4352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65157" y="1821395"/>
            <a:ext cx="12084692" cy="9907631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4973"/>
            </a:lvl1pPr>
            <a:lvl2pPr marL="710580" indent="0">
              <a:buNone/>
              <a:defRPr sz="4352"/>
            </a:lvl2pPr>
            <a:lvl3pPr marL="1421160" indent="0">
              <a:buNone/>
              <a:defRPr sz="3730"/>
            </a:lvl3pPr>
            <a:lvl4pPr marL="2131741" indent="0">
              <a:buNone/>
              <a:defRPr sz="3108"/>
            </a:lvl4pPr>
            <a:lvl5pPr marL="2842321" indent="0">
              <a:buNone/>
              <a:defRPr sz="3108"/>
            </a:lvl5pPr>
            <a:lvl6pPr marL="3552901" indent="0">
              <a:buNone/>
              <a:defRPr sz="3108"/>
            </a:lvl6pPr>
            <a:lvl7pPr marL="4263481" indent="0">
              <a:buNone/>
              <a:defRPr sz="3108"/>
            </a:lvl7pPr>
            <a:lvl8pPr marL="4974062" indent="0">
              <a:buNone/>
              <a:defRPr sz="3108"/>
            </a:lvl8pPr>
            <a:lvl9pPr marL="5684642" indent="0">
              <a:buNone/>
              <a:defRPr sz="3108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65143" y="14976142"/>
            <a:ext cx="12082867" cy="2000654"/>
          </a:xfrm>
        </p:spPr>
        <p:txBody>
          <a:bodyPr>
            <a:normAutofit/>
          </a:bodyPr>
          <a:lstStyle>
            <a:lvl1pPr marL="0" indent="0" algn="ctr">
              <a:buNone/>
              <a:defRPr sz="2798"/>
            </a:lvl1pPr>
            <a:lvl2pPr marL="710580" indent="0">
              <a:buNone/>
              <a:defRPr sz="2176"/>
            </a:lvl2pPr>
            <a:lvl3pPr marL="1421160" indent="0">
              <a:buNone/>
              <a:defRPr sz="1865"/>
            </a:lvl3pPr>
            <a:lvl4pPr marL="2131741" indent="0">
              <a:buNone/>
              <a:defRPr sz="1554"/>
            </a:lvl4pPr>
            <a:lvl5pPr marL="2842321" indent="0">
              <a:buNone/>
              <a:defRPr sz="1554"/>
            </a:lvl5pPr>
            <a:lvl6pPr marL="3552901" indent="0">
              <a:buNone/>
              <a:defRPr sz="1554"/>
            </a:lvl6pPr>
            <a:lvl7pPr marL="4263481" indent="0">
              <a:buNone/>
              <a:defRPr sz="1554"/>
            </a:lvl7pPr>
            <a:lvl8pPr marL="4974062" indent="0">
              <a:buNone/>
              <a:defRPr sz="1554"/>
            </a:lvl8pPr>
            <a:lvl9pPr marL="5684642" indent="0">
              <a:buNone/>
              <a:defRPr sz="1554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045398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5142" y="1787035"/>
            <a:ext cx="12068605" cy="10039911"/>
          </a:xfrm>
        </p:spPr>
        <p:txBody>
          <a:bodyPr anchor="ctr"/>
          <a:lstStyle>
            <a:lvl1pPr>
              <a:defRPr sz="497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65144" y="12326352"/>
            <a:ext cx="12068603" cy="4667464"/>
          </a:xfrm>
        </p:spPr>
        <p:txBody>
          <a:bodyPr anchor="ctr"/>
          <a:lstStyle>
            <a:lvl1pPr marL="0" indent="0" algn="ctr">
              <a:buNone/>
              <a:defRPr sz="2487"/>
            </a:lvl1pPr>
            <a:lvl2pPr marL="710580" indent="0">
              <a:buNone/>
              <a:defRPr sz="2176"/>
            </a:lvl2pPr>
            <a:lvl3pPr marL="1421160" indent="0">
              <a:buNone/>
              <a:defRPr sz="1865"/>
            </a:lvl3pPr>
            <a:lvl4pPr marL="2131741" indent="0">
              <a:buNone/>
              <a:defRPr sz="1554"/>
            </a:lvl4pPr>
            <a:lvl5pPr marL="2842321" indent="0">
              <a:buNone/>
              <a:defRPr sz="1554"/>
            </a:lvl5pPr>
            <a:lvl6pPr marL="3552901" indent="0">
              <a:buNone/>
              <a:defRPr sz="1554"/>
            </a:lvl6pPr>
            <a:lvl7pPr marL="4263481" indent="0">
              <a:buNone/>
              <a:defRPr sz="1554"/>
            </a:lvl7pPr>
            <a:lvl8pPr marL="4974062" indent="0">
              <a:buNone/>
              <a:defRPr sz="1554"/>
            </a:lvl8pPr>
            <a:lvl9pPr marL="5684642" indent="0">
              <a:buNone/>
              <a:defRPr sz="1554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3413879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85741" y="1787031"/>
            <a:ext cx="10843520" cy="8773643"/>
          </a:xfrm>
        </p:spPr>
        <p:txBody>
          <a:bodyPr anchor="ctr"/>
          <a:lstStyle>
            <a:lvl1pPr>
              <a:defRPr sz="497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2005627" y="10582742"/>
            <a:ext cx="10201898" cy="1251191"/>
          </a:xfrm>
        </p:spPr>
        <p:txBody>
          <a:bodyPr anchor="t">
            <a:normAutofit/>
          </a:bodyPr>
          <a:lstStyle>
            <a:lvl1pPr marL="0" indent="0" algn="r">
              <a:buNone/>
              <a:defRPr sz="2176"/>
            </a:lvl1pPr>
            <a:lvl2pPr marL="710580" indent="0">
              <a:buNone/>
              <a:defRPr sz="2176"/>
            </a:lvl2pPr>
            <a:lvl3pPr marL="1421160" indent="0">
              <a:buNone/>
              <a:defRPr sz="1865"/>
            </a:lvl3pPr>
            <a:lvl4pPr marL="2131741" indent="0">
              <a:buNone/>
              <a:defRPr sz="1554"/>
            </a:lvl4pPr>
            <a:lvl5pPr marL="2842321" indent="0">
              <a:buNone/>
              <a:defRPr sz="1554"/>
            </a:lvl5pPr>
            <a:lvl6pPr marL="3552901" indent="0">
              <a:buNone/>
              <a:defRPr sz="1554"/>
            </a:lvl6pPr>
            <a:lvl7pPr marL="4263481" indent="0">
              <a:buNone/>
              <a:defRPr sz="1554"/>
            </a:lvl7pPr>
            <a:lvl8pPr marL="4974062" indent="0">
              <a:buNone/>
              <a:defRPr sz="1554"/>
            </a:lvl8pPr>
            <a:lvl9pPr marL="5684642" indent="0">
              <a:buNone/>
              <a:defRPr sz="1554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65140" y="12326355"/>
            <a:ext cx="12068605" cy="4650444"/>
          </a:xfrm>
        </p:spPr>
        <p:txBody>
          <a:bodyPr anchor="ctr">
            <a:normAutofit/>
          </a:bodyPr>
          <a:lstStyle>
            <a:lvl1pPr marL="0" indent="0" algn="ctr">
              <a:buNone/>
              <a:defRPr sz="2487"/>
            </a:lvl1pPr>
            <a:lvl2pPr marL="710580" indent="0">
              <a:buNone/>
              <a:defRPr sz="2176"/>
            </a:lvl2pPr>
            <a:lvl3pPr marL="1421160" indent="0">
              <a:buNone/>
              <a:defRPr sz="1865"/>
            </a:lvl3pPr>
            <a:lvl4pPr marL="2131741" indent="0">
              <a:buNone/>
              <a:defRPr sz="1554"/>
            </a:lvl4pPr>
            <a:lvl5pPr marL="2842321" indent="0">
              <a:buNone/>
              <a:defRPr sz="1554"/>
            </a:lvl5pPr>
            <a:lvl6pPr marL="3552901" indent="0">
              <a:buNone/>
              <a:defRPr sz="1554"/>
            </a:lvl6pPr>
            <a:lvl7pPr marL="4263481" indent="0">
              <a:buNone/>
              <a:defRPr sz="1554"/>
            </a:lvl7pPr>
            <a:lvl8pPr marL="4974062" indent="0">
              <a:buNone/>
              <a:defRPr sz="1554"/>
            </a:lvl8pPr>
            <a:lvl9pPr marL="5684642" indent="0">
              <a:buNone/>
              <a:defRPr sz="1554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sp>
        <p:nvSpPr>
          <p:cNvPr id="10" name="TextBox 9"/>
          <p:cNvSpPr txBox="1"/>
          <p:nvPr/>
        </p:nvSpPr>
        <p:spPr>
          <a:xfrm>
            <a:off x="785235" y="1881275"/>
            <a:ext cx="710565" cy="1714260"/>
          </a:xfrm>
          <a:prstGeom prst="rect">
            <a:avLst/>
          </a:prstGeom>
        </p:spPr>
        <p:txBody>
          <a:bodyPr vert="horz" lIns="142113" tIns="71057" rIns="142113" bIns="71057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12434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50529" y="9009545"/>
            <a:ext cx="710565" cy="1714260"/>
          </a:xfrm>
          <a:prstGeom prst="rect">
            <a:avLst/>
          </a:prstGeom>
        </p:spPr>
        <p:txBody>
          <a:bodyPr vert="horz" lIns="142113" tIns="71057" rIns="142113" bIns="71057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12434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29543853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5156" y="6235095"/>
            <a:ext cx="12070428" cy="7363398"/>
          </a:xfrm>
        </p:spPr>
        <p:txBody>
          <a:bodyPr anchor="b"/>
          <a:lstStyle>
            <a:lvl1pPr>
              <a:defRPr sz="497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65142" y="13633019"/>
            <a:ext cx="12068605" cy="3343777"/>
          </a:xfrm>
        </p:spPr>
        <p:txBody>
          <a:bodyPr anchor="t"/>
          <a:lstStyle>
            <a:lvl1pPr marL="0" indent="0" algn="ctr">
              <a:buNone/>
              <a:defRPr sz="2487"/>
            </a:lvl1pPr>
            <a:lvl2pPr marL="710580" indent="0">
              <a:buNone/>
              <a:defRPr sz="2176"/>
            </a:lvl2pPr>
            <a:lvl3pPr marL="1421160" indent="0">
              <a:buNone/>
              <a:defRPr sz="1865"/>
            </a:lvl3pPr>
            <a:lvl4pPr marL="2131741" indent="0">
              <a:buNone/>
              <a:defRPr sz="1554"/>
            </a:lvl4pPr>
            <a:lvl5pPr marL="2842321" indent="0">
              <a:buNone/>
              <a:defRPr sz="1554"/>
            </a:lvl5pPr>
            <a:lvl6pPr marL="3552901" indent="0">
              <a:buNone/>
              <a:defRPr sz="1554"/>
            </a:lvl6pPr>
            <a:lvl7pPr marL="4263481" indent="0">
              <a:buNone/>
              <a:defRPr sz="1554"/>
            </a:lvl7pPr>
            <a:lvl8pPr marL="4974062" indent="0">
              <a:buNone/>
              <a:defRPr sz="1554"/>
            </a:lvl8pPr>
            <a:lvl9pPr marL="5684642" indent="0">
              <a:buNone/>
              <a:defRPr sz="1554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228794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065140" y="1787036"/>
            <a:ext cx="12068605" cy="38858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065142" y="6121873"/>
            <a:ext cx="3845346" cy="2413503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3730" b="0">
                <a:solidFill>
                  <a:schemeClr val="tx1"/>
                </a:solidFill>
              </a:defRPr>
            </a:lvl1pPr>
            <a:lvl2pPr marL="710580" indent="0">
              <a:buNone/>
              <a:defRPr sz="3108" b="1"/>
            </a:lvl2pPr>
            <a:lvl3pPr marL="1421160" indent="0">
              <a:buNone/>
              <a:defRPr sz="2798" b="1"/>
            </a:lvl3pPr>
            <a:lvl4pPr marL="2131741" indent="0">
              <a:buNone/>
              <a:defRPr sz="2487" b="1"/>
            </a:lvl4pPr>
            <a:lvl5pPr marL="2842321" indent="0">
              <a:buNone/>
              <a:defRPr sz="2487" b="1"/>
            </a:lvl5pPr>
            <a:lvl6pPr marL="3552901" indent="0">
              <a:buNone/>
              <a:defRPr sz="2487" b="1"/>
            </a:lvl6pPr>
            <a:lvl7pPr marL="4263481" indent="0">
              <a:buNone/>
              <a:defRPr sz="2487" b="1"/>
            </a:lvl7pPr>
            <a:lvl8pPr marL="4974062" indent="0">
              <a:buNone/>
              <a:defRPr sz="2487" b="1"/>
            </a:lvl8pPr>
            <a:lvl9pPr marL="5684642" indent="0">
              <a:buNone/>
              <a:defRPr sz="248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065142" y="8535372"/>
            <a:ext cx="3845346" cy="8441424"/>
          </a:xfrm>
        </p:spPr>
        <p:txBody>
          <a:bodyPr anchor="t">
            <a:normAutofit/>
          </a:bodyPr>
          <a:lstStyle>
            <a:lvl1pPr marL="0" indent="0" algn="ctr">
              <a:buNone/>
              <a:defRPr sz="2176"/>
            </a:lvl1pPr>
            <a:lvl2pPr marL="710580" indent="0">
              <a:buNone/>
              <a:defRPr sz="1865"/>
            </a:lvl2pPr>
            <a:lvl3pPr marL="1421160" indent="0">
              <a:buNone/>
              <a:defRPr sz="1554"/>
            </a:lvl3pPr>
            <a:lvl4pPr marL="2131741" indent="0">
              <a:buNone/>
              <a:defRPr sz="1399"/>
            </a:lvl4pPr>
            <a:lvl5pPr marL="2842321" indent="0">
              <a:buNone/>
              <a:defRPr sz="1399"/>
            </a:lvl5pPr>
            <a:lvl6pPr marL="3552901" indent="0">
              <a:buNone/>
              <a:defRPr sz="1399"/>
            </a:lvl6pPr>
            <a:lvl7pPr marL="4263481" indent="0">
              <a:buNone/>
              <a:defRPr sz="1399"/>
            </a:lvl7pPr>
            <a:lvl8pPr marL="4974062" indent="0">
              <a:buNone/>
              <a:defRPr sz="1399"/>
            </a:lvl8pPr>
            <a:lvl9pPr marL="5684642" indent="0">
              <a:buNone/>
              <a:defRPr sz="1399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81061" y="6121872"/>
            <a:ext cx="3844882" cy="241350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3730" b="0">
                <a:solidFill>
                  <a:schemeClr val="tx1"/>
                </a:solidFill>
              </a:defRPr>
            </a:lvl1pPr>
            <a:lvl2pPr marL="710580" indent="0">
              <a:buNone/>
              <a:defRPr sz="3108" b="1"/>
            </a:lvl2pPr>
            <a:lvl3pPr marL="1421160" indent="0">
              <a:buNone/>
              <a:defRPr sz="2798" b="1"/>
            </a:lvl3pPr>
            <a:lvl4pPr marL="2131741" indent="0">
              <a:buNone/>
              <a:defRPr sz="2487" b="1"/>
            </a:lvl4pPr>
            <a:lvl5pPr marL="2842321" indent="0">
              <a:buNone/>
              <a:defRPr sz="2487" b="1"/>
            </a:lvl5pPr>
            <a:lvl6pPr marL="3552901" indent="0">
              <a:buNone/>
              <a:defRPr sz="2487" b="1"/>
            </a:lvl6pPr>
            <a:lvl7pPr marL="4263481" indent="0">
              <a:buNone/>
              <a:defRPr sz="2487" b="1"/>
            </a:lvl7pPr>
            <a:lvl8pPr marL="4974062" indent="0">
              <a:buNone/>
              <a:defRPr sz="2487" b="1"/>
            </a:lvl8pPr>
            <a:lvl9pPr marL="5684642" indent="0">
              <a:buNone/>
              <a:defRPr sz="248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5181062" y="8535372"/>
            <a:ext cx="3846354" cy="8441424"/>
          </a:xfrm>
        </p:spPr>
        <p:txBody>
          <a:bodyPr anchor="t">
            <a:normAutofit/>
          </a:bodyPr>
          <a:lstStyle>
            <a:lvl1pPr marL="0" indent="0" algn="ctr">
              <a:buNone/>
              <a:defRPr sz="2176"/>
            </a:lvl1pPr>
            <a:lvl2pPr marL="710580" indent="0">
              <a:buNone/>
              <a:defRPr sz="1865"/>
            </a:lvl2pPr>
            <a:lvl3pPr marL="1421160" indent="0">
              <a:buNone/>
              <a:defRPr sz="1554"/>
            </a:lvl3pPr>
            <a:lvl4pPr marL="2131741" indent="0">
              <a:buNone/>
              <a:defRPr sz="1399"/>
            </a:lvl4pPr>
            <a:lvl5pPr marL="2842321" indent="0">
              <a:buNone/>
              <a:defRPr sz="1399"/>
            </a:lvl5pPr>
            <a:lvl6pPr marL="3552901" indent="0">
              <a:buNone/>
              <a:defRPr sz="1399"/>
            </a:lvl6pPr>
            <a:lvl7pPr marL="4263481" indent="0">
              <a:buNone/>
              <a:defRPr sz="1399"/>
            </a:lvl7pPr>
            <a:lvl8pPr marL="4974062" indent="0">
              <a:buNone/>
              <a:defRPr sz="1399"/>
            </a:lvl8pPr>
            <a:lvl9pPr marL="5684642" indent="0">
              <a:buNone/>
              <a:defRPr sz="1399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9293876" y="6121872"/>
            <a:ext cx="3836317" cy="241350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3730" b="0">
                <a:solidFill>
                  <a:schemeClr val="tx1"/>
                </a:solidFill>
              </a:defRPr>
            </a:lvl1pPr>
            <a:lvl2pPr marL="710580" indent="0">
              <a:buNone/>
              <a:defRPr sz="3108" b="1"/>
            </a:lvl2pPr>
            <a:lvl3pPr marL="1421160" indent="0">
              <a:buNone/>
              <a:defRPr sz="2798" b="1"/>
            </a:lvl3pPr>
            <a:lvl4pPr marL="2131741" indent="0">
              <a:buNone/>
              <a:defRPr sz="2487" b="1"/>
            </a:lvl4pPr>
            <a:lvl5pPr marL="2842321" indent="0">
              <a:buNone/>
              <a:defRPr sz="2487" b="1"/>
            </a:lvl5pPr>
            <a:lvl6pPr marL="3552901" indent="0">
              <a:buNone/>
              <a:defRPr sz="2487" b="1"/>
            </a:lvl6pPr>
            <a:lvl7pPr marL="4263481" indent="0">
              <a:buNone/>
              <a:defRPr sz="2487" b="1"/>
            </a:lvl7pPr>
            <a:lvl8pPr marL="4974062" indent="0">
              <a:buNone/>
              <a:defRPr sz="2487" b="1"/>
            </a:lvl8pPr>
            <a:lvl9pPr marL="5684642" indent="0">
              <a:buNone/>
              <a:defRPr sz="248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9297429" y="8535372"/>
            <a:ext cx="3836317" cy="8441424"/>
          </a:xfrm>
        </p:spPr>
        <p:txBody>
          <a:bodyPr anchor="t">
            <a:normAutofit/>
          </a:bodyPr>
          <a:lstStyle>
            <a:lvl1pPr marL="0" indent="0" algn="ctr">
              <a:buNone/>
              <a:defRPr sz="2176"/>
            </a:lvl1pPr>
            <a:lvl2pPr marL="710580" indent="0">
              <a:buNone/>
              <a:defRPr sz="1865"/>
            </a:lvl2pPr>
            <a:lvl3pPr marL="1421160" indent="0">
              <a:buNone/>
              <a:defRPr sz="1554"/>
            </a:lvl3pPr>
            <a:lvl4pPr marL="2131741" indent="0">
              <a:buNone/>
              <a:defRPr sz="1399"/>
            </a:lvl4pPr>
            <a:lvl5pPr marL="2842321" indent="0">
              <a:buNone/>
              <a:defRPr sz="1399"/>
            </a:lvl5pPr>
            <a:lvl6pPr marL="3552901" indent="0">
              <a:buNone/>
              <a:defRPr sz="1399"/>
            </a:lvl6pPr>
            <a:lvl7pPr marL="4263481" indent="0">
              <a:buNone/>
              <a:defRPr sz="1399"/>
            </a:lvl7pPr>
            <a:lvl8pPr marL="4974062" indent="0">
              <a:buNone/>
              <a:defRPr sz="1399"/>
            </a:lvl8pPr>
            <a:lvl9pPr marL="5684642" indent="0">
              <a:buNone/>
              <a:defRPr sz="1399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5/22/2025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759200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065142" y="1787036"/>
            <a:ext cx="12068605" cy="38858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065143" y="11694111"/>
            <a:ext cx="3845344" cy="1689301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3108" b="0">
                <a:solidFill>
                  <a:schemeClr val="tx1"/>
                </a:solidFill>
              </a:defRPr>
            </a:lvl1pPr>
            <a:lvl2pPr marL="710580" indent="0">
              <a:buNone/>
              <a:defRPr sz="3108" b="1"/>
            </a:lvl2pPr>
            <a:lvl3pPr marL="1421160" indent="0">
              <a:buNone/>
              <a:defRPr sz="2798" b="1"/>
            </a:lvl3pPr>
            <a:lvl4pPr marL="2131741" indent="0">
              <a:buNone/>
              <a:defRPr sz="2487" b="1"/>
            </a:lvl4pPr>
            <a:lvl5pPr marL="2842321" indent="0">
              <a:buNone/>
              <a:defRPr sz="2487" b="1"/>
            </a:lvl5pPr>
            <a:lvl6pPr marL="3552901" indent="0">
              <a:buNone/>
              <a:defRPr sz="2487" b="1"/>
            </a:lvl6pPr>
            <a:lvl7pPr marL="4263481" indent="0">
              <a:buNone/>
              <a:defRPr sz="2487" b="1"/>
            </a:lvl7pPr>
            <a:lvl8pPr marL="4974062" indent="0">
              <a:buNone/>
              <a:defRPr sz="2487" b="1"/>
            </a:lvl8pPr>
            <a:lvl9pPr marL="5684642" indent="0">
              <a:buNone/>
              <a:defRPr sz="248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272886" y="6133348"/>
            <a:ext cx="3426997" cy="4467578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2487"/>
            </a:lvl1pPr>
            <a:lvl2pPr marL="710580" indent="0">
              <a:buNone/>
              <a:defRPr sz="2487"/>
            </a:lvl2pPr>
            <a:lvl3pPr marL="1421160" indent="0">
              <a:buNone/>
              <a:defRPr sz="2487"/>
            </a:lvl3pPr>
            <a:lvl4pPr marL="2131741" indent="0">
              <a:buNone/>
              <a:defRPr sz="2487"/>
            </a:lvl4pPr>
            <a:lvl5pPr marL="2842321" indent="0">
              <a:buNone/>
              <a:defRPr sz="2487"/>
            </a:lvl5pPr>
            <a:lvl6pPr marL="3552901" indent="0">
              <a:buNone/>
              <a:defRPr sz="2487"/>
            </a:lvl6pPr>
            <a:lvl7pPr marL="4263481" indent="0">
              <a:buNone/>
              <a:defRPr sz="2487"/>
            </a:lvl7pPr>
            <a:lvl8pPr marL="4974062" indent="0">
              <a:buNone/>
              <a:defRPr sz="2487"/>
            </a:lvl8pPr>
            <a:lvl9pPr marL="5684642" indent="0">
              <a:buNone/>
              <a:defRPr sz="2487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065143" y="13383412"/>
            <a:ext cx="3845344" cy="3593387"/>
          </a:xfrm>
        </p:spPr>
        <p:txBody>
          <a:bodyPr anchor="t">
            <a:normAutofit/>
          </a:bodyPr>
          <a:lstStyle>
            <a:lvl1pPr marL="0" indent="0" algn="ctr">
              <a:buNone/>
              <a:defRPr sz="2176"/>
            </a:lvl1pPr>
            <a:lvl2pPr marL="710580" indent="0">
              <a:buNone/>
              <a:defRPr sz="1865"/>
            </a:lvl2pPr>
            <a:lvl3pPr marL="1421160" indent="0">
              <a:buNone/>
              <a:defRPr sz="1554"/>
            </a:lvl3pPr>
            <a:lvl4pPr marL="2131741" indent="0">
              <a:buNone/>
              <a:defRPr sz="1399"/>
            </a:lvl4pPr>
            <a:lvl5pPr marL="2842321" indent="0">
              <a:buNone/>
              <a:defRPr sz="1399"/>
            </a:lvl5pPr>
            <a:lvl6pPr marL="3552901" indent="0">
              <a:buNone/>
              <a:defRPr sz="1399"/>
            </a:lvl6pPr>
            <a:lvl7pPr marL="4263481" indent="0">
              <a:buNone/>
              <a:defRPr sz="1399"/>
            </a:lvl7pPr>
            <a:lvl8pPr marL="4974062" indent="0">
              <a:buNone/>
              <a:defRPr sz="1399"/>
            </a:lvl8pPr>
            <a:lvl9pPr marL="5684642" indent="0">
              <a:buNone/>
              <a:defRPr sz="1399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78524" y="11694111"/>
            <a:ext cx="3845377" cy="1689301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3108" b="0">
                <a:solidFill>
                  <a:schemeClr val="tx1"/>
                </a:solidFill>
              </a:defRPr>
            </a:lvl1pPr>
            <a:lvl2pPr marL="710580" indent="0">
              <a:buNone/>
              <a:defRPr sz="3108" b="1"/>
            </a:lvl2pPr>
            <a:lvl3pPr marL="1421160" indent="0">
              <a:buNone/>
              <a:defRPr sz="2798" b="1"/>
            </a:lvl3pPr>
            <a:lvl4pPr marL="2131741" indent="0">
              <a:buNone/>
              <a:defRPr sz="2487" b="1"/>
            </a:lvl4pPr>
            <a:lvl5pPr marL="2842321" indent="0">
              <a:buNone/>
              <a:defRPr sz="2487" b="1"/>
            </a:lvl5pPr>
            <a:lvl6pPr marL="3552901" indent="0">
              <a:buNone/>
              <a:defRPr sz="2487" b="1"/>
            </a:lvl6pPr>
            <a:lvl7pPr marL="4263481" indent="0">
              <a:buNone/>
              <a:defRPr sz="2487" b="1"/>
            </a:lvl7pPr>
            <a:lvl8pPr marL="4974062" indent="0">
              <a:buNone/>
              <a:defRPr sz="2487" b="1"/>
            </a:lvl8pPr>
            <a:lvl9pPr marL="5684642" indent="0">
              <a:buNone/>
              <a:defRPr sz="248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5325736" y="6133348"/>
            <a:ext cx="3415894" cy="4467578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2487"/>
            </a:lvl1pPr>
            <a:lvl2pPr marL="710580" indent="0">
              <a:buNone/>
              <a:defRPr sz="2487"/>
            </a:lvl2pPr>
            <a:lvl3pPr marL="1421160" indent="0">
              <a:buNone/>
              <a:defRPr sz="2487"/>
            </a:lvl3pPr>
            <a:lvl4pPr marL="2131741" indent="0">
              <a:buNone/>
              <a:defRPr sz="2487"/>
            </a:lvl4pPr>
            <a:lvl5pPr marL="2842321" indent="0">
              <a:buNone/>
              <a:defRPr sz="2487"/>
            </a:lvl5pPr>
            <a:lvl6pPr marL="3552901" indent="0">
              <a:buNone/>
              <a:defRPr sz="2487"/>
            </a:lvl6pPr>
            <a:lvl7pPr marL="4263481" indent="0">
              <a:buNone/>
              <a:defRPr sz="2487"/>
            </a:lvl7pPr>
            <a:lvl8pPr marL="4974062" indent="0">
              <a:buNone/>
              <a:defRPr sz="2487"/>
            </a:lvl8pPr>
            <a:lvl9pPr marL="5684642" indent="0">
              <a:buNone/>
              <a:defRPr sz="2487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5176946" y="13383409"/>
            <a:ext cx="3846954" cy="3593387"/>
          </a:xfrm>
        </p:spPr>
        <p:txBody>
          <a:bodyPr anchor="t">
            <a:normAutofit/>
          </a:bodyPr>
          <a:lstStyle>
            <a:lvl1pPr marL="0" indent="0" algn="ctr">
              <a:buNone/>
              <a:defRPr sz="2176"/>
            </a:lvl1pPr>
            <a:lvl2pPr marL="710580" indent="0">
              <a:buNone/>
              <a:defRPr sz="1865"/>
            </a:lvl2pPr>
            <a:lvl3pPr marL="1421160" indent="0">
              <a:buNone/>
              <a:defRPr sz="1554"/>
            </a:lvl3pPr>
            <a:lvl4pPr marL="2131741" indent="0">
              <a:buNone/>
              <a:defRPr sz="1399"/>
            </a:lvl4pPr>
            <a:lvl5pPr marL="2842321" indent="0">
              <a:buNone/>
              <a:defRPr sz="1399"/>
            </a:lvl5pPr>
            <a:lvl6pPr marL="3552901" indent="0">
              <a:buNone/>
              <a:defRPr sz="1399"/>
            </a:lvl6pPr>
            <a:lvl7pPr marL="4263481" indent="0">
              <a:buNone/>
              <a:defRPr sz="1399"/>
            </a:lvl7pPr>
            <a:lvl8pPr marL="4974062" indent="0">
              <a:buNone/>
              <a:defRPr sz="1399"/>
            </a:lvl8pPr>
            <a:lvl9pPr marL="5684642" indent="0">
              <a:buNone/>
              <a:defRPr sz="1399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9294021" y="11694111"/>
            <a:ext cx="3834790" cy="1689301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3108" b="0">
                <a:solidFill>
                  <a:schemeClr val="tx1"/>
                </a:solidFill>
              </a:defRPr>
            </a:lvl1pPr>
            <a:lvl2pPr marL="710580" indent="0">
              <a:buNone/>
              <a:defRPr sz="3108" b="1"/>
            </a:lvl2pPr>
            <a:lvl3pPr marL="1421160" indent="0">
              <a:buNone/>
              <a:defRPr sz="2798" b="1"/>
            </a:lvl3pPr>
            <a:lvl4pPr marL="2131741" indent="0">
              <a:buNone/>
              <a:defRPr sz="2487" b="1"/>
            </a:lvl4pPr>
            <a:lvl5pPr marL="2842321" indent="0">
              <a:buNone/>
              <a:defRPr sz="2487" b="1"/>
            </a:lvl5pPr>
            <a:lvl6pPr marL="3552901" indent="0">
              <a:buNone/>
              <a:defRPr sz="2487" b="1"/>
            </a:lvl6pPr>
            <a:lvl7pPr marL="4263481" indent="0">
              <a:buNone/>
              <a:defRPr sz="2487" b="1"/>
            </a:lvl7pPr>
            <a:lvl8pPr marL="4974062" indent="0">
              <a:buNone/>
              <a:defRPr sz="2487" b="1"/>
            </a:lvl8pPr>
            <a:lvl9pPr marL="5684642" indent="0">
              <a:buNone/>
              <a:defRPr sz="248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9503113" y="6133348"/>
            <a:ext cx="3417745" cy="4467578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2487"/>
            </a:lvl1pPr>
            <a:lvl2pPr marL="710580" indent="0">
              <a:buNone/>
              <a:defRPr sz="2487"/>
            </a:lvl2pPr>
            <a:lvl3pPr marL="1421160" indent="0">
              <a:buNone/>
              <a:defRPr sz="2487"/>
            </a:lvl3pPr>
            <a:lvl4pPr marL="2131741" indent="0">
              <a:buNone/>
              <a:defRPr sz="2487"/>
            </a:lvl4pPr>
            <a:lvl5pPr marL="2842321" indent="0">
              <a:buNone/>
              <a:defRPr sz="2487"/>
            </a:lvl5pPr>
            <a:lvl6pPr marL="3552901" indent="0">
              <a:buNone/>
              <a:defRPr sz="2487"/>
            </a:lvl6pPr>
            <a:lvl7pPr marL="4263481" indent="0">
              <a:buNone/>
              <a:defRPr sz="2487"/>
            </a:lvl7pPr>
            <a:lvl8pPr marL="4974062" indent="0">
              <a:buNone/>
              <a:defRPr sz="2487"/>
            </a:lvl8pPr>
            <a:lvl9pPr marL="5684642" indent="0">
              <a:buNone/>
              <a:defRPr sz="2487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9293875" y="13383415"/>
            <a:ext cx="3839870" cy="3593381"/>
          </a:xfrm>
        </p:spPr>
        <p:txBody>
          <a:bodyPr anchor="t">
            <a:normAutofit/>
          </a:bodyPr>
          <a:lstStyle>
            <a:lvl1pPr marL="0" indent="0" algn="ctr">
              <a:buNone/>
              <a:defRPr sz="2176"/>
            </a:lvl1pPr>
            <a:lvl2pPr marL="710580" indent="0">
              <a:buNone/>
              <a:defRPr sz="1865"/>
            </a:lvl2pPr>
            <a:lvl3pPr marL="1421160" indent="0">
              <a:buNone/>
              <a:defRPr sz="1554"/>
            </a:lvl3pPr>
            <a:lvl4pPr marL="2131741" indent="0">
              <a:buNone/>
              <a:defRPr sz="1399"/>
            </a:lvl4pPr>
            <a:lvl5pPr marL="2842321" indent="0">
              <a:buNone/>
              <a:defRPr sz="1399"/>
            </a:lvl5pPr>
            <a:lvl6pPr marL="3552901" indent="0">
              <a:buNone/>
              <a:defRPr sz="1399"/>
            </a:lvl6pPr>
            <a:lvl7pPr marL="4263481" indent="0">
              <a:buNone/>
              <a:defRPr sz="1399"/>
            </a:lvl7pPr>
            <a:lvl8pPr marL="4974062" indent="0">
              <a:buNone/>
              <a:defRPr sz="1399"/>
            </a:lvl8pPr>
            <a:lvl9pPr marL="5684642" indent="0">
              <a:buNone/>
              <a:defRPr sz="1399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5/22/2025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997740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542630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169962" y="1787033"/>
            <a:ext cx="2963785" cy="15189767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5143" y="1787033"/>
            <a:ext cx="8927178" cy="1518976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21712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5144" y="1787036"/>
            <a:ext cx="12068603" cy="388808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5142" y="6144573"/>
            <a:ext cx="12068605" cy="1083222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950526" y="17246716"/>
            <a:ext cx="3197543" cy="107035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55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5/22/2025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65143" y="17246716"/>
            <a:ext cx="7778059" cy="107035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55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2255396" y="17246716"/>
            <a:ext cx="878351" cy="107035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55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309985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99" r:id="rId1"/>
    <p:sldLayoutId id="2147483900" r:id="rId2"/>
    <p:sldLayoutId id="2147483901" r:id="rId3"/>
    <p:sldLayoutId id="2147483902" r:id="rId4"/>
    <p:sldLayoutId id="2147483903" r:id="rId5"/>
    <p:sldLayoutId id="2147483904" r:id="rId6"/>
    <p:sldLayoutId id="2147483905" r:id="rId7"/>
    <p:sldLayoutId id="2147483906" r:id="rId8"/>
    <p:sldLayoutId id="2147483907" r:id="rId9"/>
    <p:sldLayoutId id="2147483908" r:id="rId10"/>
    <p:sldLayoutId id="2147483909" r:id="rId11"/>
    <p:sldLayoutId id="2147483910" r:id="rId12"/>
    <p:sldLayoutId id="2147483911" r:id="rId13"/>
    <p:sldLayoutId id="2147483912" r:id="rId14"/>
    <p:sldLayoutId id="2147483913" r:id="rId15"/>
    <p:sldLayoutId id="2147483914" r:id="rId16"/>
    <p:sldLayoutId id="2147483915" r:id="rId17"/>
  </p:sldLayoutIdLst>
  <p:txStyles>
    <p:titleStyle>
      <a:lvl1pPr algn="ctr" defTabSz="1421160" rtl="0" eaLnBrk="1" latinLnBrk="0" hangingPunct="1">
        <a:lnSpc>
          <a:spcPct val="90000"/>
        </a:lnSpc>
        <a:spcBef>
          <a:spcPct val="0"/>
        </a:spcBef>
        <a:buNone/>
        <a:defRPr sz="5284" b="1" i="0" kern="1200" cap="all">
          <a:solidFill>
            <a:schemeClr val="tx1"/>
          </a:solidFill>
          <a:effectLst>
            <a:outerShdw blurRad="50800" dist="63500" dir="2700000" algn="tl" rotWithShape="0">
              <a:srgbClr val="000000">
                <a:alpha val="48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355290" indent="-355290" algn="l" defTabSz="1421160" rtl="0" eaLnBrk="1" latinLnBrk="0" hangingPunct="1">
        <a:lnSpc>
          <a:spcPct val="120000"/>
        </a:lnSpc>
        <a:spcBef>
          <a:spcPts val="1554"/>
        </a:spcBef>
        <a:buFont typeface="Arial" panose="020B0604020202020204" pitchFamily="34" charset="0"/>
        <a:buChar char="•"/>
        <a:defRPr sz="3108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1pPr>
      <a:lvl2pPr marL="1065870" indent="-355290" algn="l" defTabSz="1421160" rtl="0" eaLnBrk="1" latinLnBrk="0" hangingPunct="1">
        <a:lnSpc>
          <a:spcPct val="120000"/>
        </a:lnSpc>
        <a:spcBef>
          <a:spcPts val="777"/>
        </a:spcBef>
        <a:buFont typeface="Arial" panose="020B0604020202020204" pitchFamily="34" charset="0"/>
        <a:buChar char="•"/>
        <a:defRPr sz="2798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2pPr>
      <a:lvl3pPr marL="1776451" indent="-355290" algn="l" defTabSz="1421160" rtl="0" eaLnBrk="1" latinLnBrk="0" hangingPunct="1">
        <a:lnSpc>
          <a:spcPct val="120000"/>
        </a:lnSpc>
        <a:spcBef>
          <a:spcPts val="777"/>
        </a:spcBef>
        <a:buFont typeface="Arial" panose="020B0604020202020204" pitchFamily="34" charset="0"/>
        <a:buChar char="•"/>
        <a:defRPr sz="2487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3pPr>
      <a:lvl4pPr marL="2487031" indent="-355290" algn="l" defTabSz="1421160" rtl="0" eaLnBrk="1" latinLnBrk="0" hangingPunct="1">
        <a:lnSpc>
          <a:spcPct val="120000"/>
        </a:lnSpc>
        <a:spcBef>
          <a:spcPts val="777"/>
        </a:spcBef>
        <a:buFont typeface="Arial" panose="020B0604020202020204" pitchFamily="34" charset="0"/>
        <a:buChar char="•"/>
        <a:defRPr sz="2176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4pPr>
      <a:lvl5pPr marL="3197611" indent="-355290" algn="l" defTabSz="1421160" rtl="0" eaLnBrk="1" latinLnBrk="0" hangingPunct="1">
        <a:lnSpc>
          <a:spcPct val="120000"/>
        </a:lnSpc>
        <a:spcBef>
          <a:spcPts val="777"/>
        </a:spcBef>
        <a:buFont typeface="Arial" panose="020B0604020202020204" pitchFamily="34" charset="0"/>
        <a:buChar char="•"/>
        <a:defRPr sz="1865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5pPr>
      <a:lvl6pPr marL="3908191" indent="-355290" algn="l" defTabSz="1421160" rtl="0" eaLnBrk="1" latinLnBrk="0" hangingPunct="1">
        <a:lnSpc>
          <a:spcPct val="120000"/>
        </a:lnSpc>
        <a:spcBef>
          <a:spcPts val="777"/>
        </a:spcBef>
        <a:buFont typeface="Arial" panose="020B0604020202020204" pitchFamily="34" charset="0"/>
        <a:buChar char="•"/>
        <a:defRPr sz="1865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6pPr>
      <a:lvl7pPr marL="4618772" indent="-355290" algn="l" defTabSz="1421160" rtl="0" eaLnBrk="1" latinLnBrk="0" hangingPunct="1">
        <a:lnSpc>
          <a:spcPct val="120000"/>
        </a:lnSpc>
        <a:spcBef>
          <a:spcPts val="777"/>
        </a:spcBef>
        <a:buFont typeface="Arial" panose="020B0604020202020204" pitchFamily="34" charset="0"/>
        <a:buChar char="•"/>
        <a:defRPr sz="1865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7pPr>
      <a:lvl8pPr marL="5329352" indent="-355290" algn="l" defTabSz="1421160" rtl="0" eaLnBrk="1" latinLnBrk="0" hangingPunct="1">
        <a:lnSpc>
          <a:spcPct val="120000"/>
        </a:lnSpc>
        <a:spcBef>
          <a:spcPts val="777"/>
        </a:spcBef>
        <a:buFont typeface="Arial" panose="020B0604020202020204" pitchFamily="34" charset="0"/>
        <a:buChar char="•"/>
        <a:defRPr sz="1865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8pPr>
      <a:lvl9pPr marL="6039932" indent="-355290" algn="l" defTabSz="1421160" rtl="0" eaLnBrk="1" latinLnBrk="0" hangingPunct="1">
        <a:lnSpc>
          <a:spcPct val="120000"/>
        </a:lnSpc>
        <a:spcBef>
          <a:spcPts val="777"/>
        </a:spcBef>
        <a:buFont typeface="Arial" panose="020B0604020202020204" pitchFamily="34" charset="0"/>
        <a:buChar char="•"/>
        <a:defRPr sz="1865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421160" rtl="0" eaLnBrk="1" latinLnBrk="0" hangingPunct="1">
        <a:defRPr sz="2798" kern="1200">
          <a:solidFill>
            <a:schemeClr val="tx1"/>
          </a:solidFill>
          <a:latin typeface="+mn-lt"/>
          <a:ea typeface="+mn-ea"/>
          <a:cs typeface="+mn-cs"/>
        </a:defRPr>
      </a:lvl1pPr>
      <a:lvl2pPr marL="710580" algn="l" defTabSz="1421160" rtl="0" eaLnBrk="1" latinLnBrk="0" hangingPunct="1">
        <a:defRPr sz="2798" kern="1200">
          <a:solidFill>
            <a:schemeClr val="tx1"/>
          </a:solidFill>
          <a:latin typeface="+mn-lt"/>
          <a:ea typeface="+mn-ea"/>
          <a:cs typeface="+mn-cs"/>
        </a:defRPr>
      </a:lvl2pPr>
      <a:lvl3pPr marL="1421160" algn="l" defTabSz="1421160" rtl="0" eaLnBrk="1" latinLnBrk="0" hangingPunct="1">
        <a:defRPr sz="2798" kern="1200">
          <a:solidFill>
            <a:schemeClr val="tx1"/>
          </a:solidFill>
          <a:latin typeface="+mn-lt"/>
          <a:ea typeface="+mn-ea"/>
          <a:cs typeface="+mn-cs"/>
        </a:defRPr>
      </a:lvl3pPr>
      <a:lvl4pPr marL="2131741" algn="l" defTabSz="1421160" rtl="0" eaLnBrk="1" latinLnBrk="0" hangingPunct="1">
        <a:defRPr sz="2798" kern="1200">
          <a:solidFill>
            <a:schemeClr val="tx1"/>
          </a:solidFill>
          <a:latin typeface="+mn-lt"/>
          <a:ea typeface="+mn-ea"/>
          <a:cs typeface="+mn-cs"/>
        </a:defRPr>
      </a:lvl4pPr>
      <a:lvl5pPr marL="2842321" algn="l" defTabSz="1421160" rtl="0" eaLnBrk="1" latinLnBrk="0" hangingPunct="1">
        <a:defRPr sz="2798" kern="1200">
          <a:solidFill>
            <a:schemeClr val="tx1"/>
          </a:solidFill>
          <a:latin typeface="+mn-lt"/>
          <a:ea typeface="+mn-ea"/>
          <a:cs typeface="+mn-cs"/>
        </a:defRPr>
      </a:lvl5pPr>
      <a:lvl6pPr marL="3552901" algn="l" defTabSz="1421160" rtl="0" eaLnBrk="1" latinLnBrk="0" hangingPunct="1">
        <a:defRPr sz="2798" kern="1200">
          <a:solidFill>
            <a:schemeClr val="tx1"/>
          </a:solidFill>
          <a:latin typeface="+mn-lt"/>
          <a:ea typeface="+mn-ea"/>
          <a:cs typeface="+mn-cs"/>
        </a:defRPr>
      </a:lvl6pPr>
      <a:lvl7pPr marL="4263481" algn="l" defTabSz="1421160" rtl="0" eaLnBrk="1" latinLnBrk="0" hangingPunct="1">
        <a:defRPr sz="2798" kern="1200">
          <a:solidFill>
            <a:schemeClr val="tx1"/>
          </a:solidFill>
          <a:latin typeface="+mn-lt"/>
          <a:ea typeface="+mn-ea"/>
          <a:cs typeface="+mn-cs"/>
        </a:defRPr>
      </a:lvl7pPr>
      <a:lvl8pPr marL="4974062" algn="l" defTabSz="1421160" rtl="0" eaLnBrk="1" latinLnBrk="0" hangingPunct="1">
        <a:defRPr sz="2798" kern="1200">
          <a:solidFill>
            <a:schemeClr val="tx1"/>
          </a:solidFill>
          <a:latin typeface="+mn-lt"/>
          <a:ea typeface="+mn-ea"/>
          <a:cs typeface="+mn-cs"/>
        </a:defRPr>
      </a:lvl8pPr>
      <a:lvl9pPr marL="5684642" algn="l" defTabSz="1421160" rtl="0" eaLnBrk="1" latinLnBrk="0" hangingPunct="1">
        <a:defRPr sz="279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arthak737/parking-management-system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3000" b="-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ject 10"/>
          <p:cNvSpPr txBox="1">
            <a:spLocks noGrp="1"/>
          </p:cNvSpPr>
          <p:nvPr>
            <p:ph idx="1"/>
          </p:nvPr>
        </p:nvSpPr>
        <p:spPr>
          <a:xfrm>
            <a:off x="2460621" y="3819837"/>
            <a:ext cx="9695815" cy="2953373"/>
          </a:xfrm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12700" marR="5080" algn="ctr">
              <a:lnSpc>
                <a:spcPts val="11210"/>
              </a:lnSpc>
              <a:spcBef>
                <a:spcPts val="330"/>
              </a:spcBef>
            </a:pPr>
            <a:endParaRPr lang="en-US" spc="2020" dirty="0"/>
          </a:p>
          <a:p>
            <a:pPr marL="0" marR="5080" indent="0" algn="ctr">
              <a:lnSpc>
                <a:spcPts val="11210"/>
              </a:lnSpc>
              <a:spcBef>
                <a:spcPts val="330"/>
              </a:spcBef>
              <a:buNone/>
            </a:pPr>
            <a:r>
              <a:rPr lang="en-US" sz="9400" spc="202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WalletWise</a:t>
            </a:r>
            <a:endParaRPr sz="9400" spc="2045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30159" y="8457525"/>
            <a:ext cx="13206730" cy="742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4700" spc="540" dirty="0">
                <a:solidFill>
                  <a:srgbClr val="FFFFFF"/>
                </a:solidFill>
                <a:latin typeface="Arial MT"/>
                <a:cs typeface="Arial MT"/>
              </a:rPr>
              <a:t>    Managing Funds, Exploring Web3</a:t>
            </a:r>
            <a:endParaRPr sz="4700" dirty="0">
              <a:latin typeface="Arial MT"/>
              <a:cs typeface="Arial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09320" y="14258100"/>
            <a:ext cx="8606155" cy="2388474"/>
          </a:xfrm>
          <a:prstGeom prst="rect">
            <a:avLst/>
          </a:prstGeom>
        </p:spPr>
        <p:txBody>
          <a:bodyPr vert="horz" wrap="square" lIns="0" tIns="1250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85"/>
              </a:spcBef>
            </a:pPr>
            <a:r>
              <a:rPr sz="4400" spc="-360" dirty="0">
                <a:solidFill>
                  <a:srgbClr val="FFFFFF"/>
                </a:solidFill>
                <a:latin typeface="Arial Black"/>
                <a:cs typeface="Arial Black"/>
              </a:rPr>
              <a:t>OUR</a:t>
            </a:r>
            <a:r>
              <a:rPr sz="4400" spc="-42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4400" spc="-405" dirty="0">
                <a:solidFill>
                  <a:srgbClr val="FFFFFF"/>
                </a:solidFill>
                <a:latin typeface="Arial Black"/>
                <a:cs typeface="Arial Black"/>
              </a:rPr>
              <a:t>TEAM</a:t>
            </a:r>
            <a:endParaRPr sz="4400" dirty="0">
              <a:latin typeface="Arial Black"/>
              <a:cs typeface="Arial Black"/>
            </a:endParaRPr>
          </a:p>
          <a:p>
            <a:pPr marL="12700">
              <a:lnSpc>
                <a:spcPct val="100000"/>
              </a:lnSpc>
              <a:spcBef>
                <a:spcPts val="895"/>
              </a:spcBef>
            </a:pPr>
            <a:r>
              <a:rPr lang="en-US" sz="4400" dirty="0">
                <a:solidFill>
                  <a:srgbClr val="FFFFFF"/>
                </a:solidFill>
                <a:latin typeface="Lucida Sans Unicode"/>
                <a:cs typeface="Lucida Sans Unicode"/>
              </a:rPr>
              <a:t>Aaryan (2311981009)</a:t>
            </a:r>
          </a:p>
          <a:p>
            <a:pPr marL="12700">
              <a:lnSpc>
                <a:spcPct val="100000"/>
              </a:lnSpc>
              <a:spcBef>
                <a:spcPts val="895"/>
              </a:spcBef>
            </a:pPr>
            <a:r>
              <a:rPr lang="en-US" sz="4400" dirty="0">
                <a:solidFill>
                  <a:srgbClr val="FFFFFF"/>
                </a:solidFill>
                <a:latin typeface="Lucida Sans Unicode"/>
                <a:cs typeface="Lucida Sans Unicode"/>
              </a:rPr>
              <a:t>Akshat Prashar (2311981048)</a:t>
            </a:r>
            <a:endParaRPr sz="4400" dirty="0">
              <a:latin typeface="Lucida Sans Unicode"/>
              <a:cs typeface="Lucida Sans Unicode"/>
            </a:endParaRPr>
          </a:p>
        </p:txBody>
      </p:sp>
      <p:sp>
        <p:nvSpPr>
          <p:cNvPr id="13" name="object 13">
            <a:hlinkClick r:id="rId3"/>
          </p:cNvPr>
          <p:cNvSpPr/>
          <p:nvPr/>
        </p:nvSpPr>
        <p:spPr>
          <a:xfrm>
            <a:off x="1255725" y="19826667"/>
            <a:ext cx="572135" cy="36195"/>
          </a:xfrm>
          <a:custGeom>
            <a:avLst/>
            <a:gdLst/>
            <a:ahLst/>
            <a:cxnLst/>
            <a:rect l="l" t="t" r="r" b="b"/>
            <a:pathLst>
              <a:path w="572135" h="36194">
                <a:moveTo>
                  <a:pt x="571852" y="35820"/>
                </a:moveTo>
                <a:lnTo>
                  <a:pt x="0" y="35820"/>
                </a:lnTo>
                <a:lnTo>
                  <a:pt x="0" y="0"/>
                </a:lnTo>
                <a:lnTo>
                  <a:pt x="571852" y="0"/>
                </a:lnTo>
                <a:lnTo>
                  <a:pt x="571852" y="3582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>
            <a:hlinkClick r:id="rId3"/>
          </p:cNvPr>
          <p:cNvSpPr/>
          <p:nvPr/>
        </p:nvSpPr>
        <p:spPr>
          <a:xfrm>
            <a:off x="1928162" y="19826667"/>
            <a:ext cx="753745" cy="36195"/>
          </a:xfrm>
          <a:custGeom>
            <a:avLst/>
            <a:gdLst/>
            <a:ahLst/>
            <a:cxnLst/>
            <a:rect l="l" t="t" r="r" b="b"/>
            <a:pathLst>
              <a:path w="753744" h="36194">
                <a:moveTo>
                  <a:pt x="753589" y="35820"/>
                </a:moveTo>
                <a:lnTo>
                  <a:pt x="0" y="35820"/>
                </a:lnTo>
                <a:lnTo>
                  <a:pt x="0" y="0"/>
                </a:lnTo>
                <a:lnTo>
                  <a:pt x="753589" y="0"/>
                </a:lnTo>
                <a:lnTo>
                  <a:pt x="753589" y="3582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>
            <a:hlinkClick r:id="rId3"/>
          </p:cNvPr>
          <p:cNvSpPr/>
          <p:nvPr/>
        </p:nvSpPr>
        <p:spPr>
          <a:xfrm>
            <a:off x="2931636" y="19826667"/>
            <a:ext cx="4267835" cy="36195"/>
          </a:xfrm>
          <a:custGeom>
            <a:avLst/>
            <a:gdLst/>
            <a:ahLst/>
            <a:cxnLst/>
            <a:rect l="l" t="t" r="r" b="b"/>
            <a:pathLst>
              <a:path w="4267834" h="36194">
                <a:moveTo>
                  <a:pt x="4267442" y="35820"/>
                </a:moveTo>
                <a:lnTo>
                  <a:pt x="0" y="35820"/>
                </a:lnTo>
                <a:lnTo>
                  <a:pt x="0" y="0"/>
                </a:lnTo>
                <a:lnTo>
                  <a:pt x="4267442" y="0"/>
                </a:lnTo>
                <a:lnTo>
                  <a:pt x="4267442" y="3582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>
            <a:hlinkClick r:id="rId3"/>
          </p:cNvPr>
          <p:cNvSpPr/>
          <p:nvPr/>
        </p:nvSpPr>
        <p:spPr>
          <a:xfrm>
            <a:off x="7299663" y="19826667"/>
            <a:ext cx="1069975" cy="36195"/>
          </a:xfrm>
          <a:custGeom>
            <a:avLst/>
            <a:gdLst/>
            <a:ahLst/>
            <a:cxnLst/>
            <a:rect l="l" t="t" r="r" b="b"/>
            <a:pathLst>
              <a:path w="1069975" h="36194">
                <a:moveTo>
                  <a:pt x="1069916" y="35820"/>
                </a:moveTo>
                <a:lnTo>
                  <a:pt x="0" y="35820"/>
                </a:lnTo>
                <a:lnTo>
                  <a:pt x="0" y="0"/>
                </a:lnTo>
                <a:lnTo>
                  <a:pt x="1069916" y="0"/>
                </a:lnTo>
                <a:lnTo>
                  <a:pt x="1069916" y="3582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>
            <a:hlinkClick r:id="rId3"/>
          </p:cNvPr>
          <p:cNvSpPr/>
          <p:nvPr/>
        </p:nvSpPr>
        <p:spPr>
          <a:xfrm>
            <a:off x="8619463" y="19826667"/>
            <a:ext cx="1151255" cy="36195"/>
          </a:xfrm>
          <a:custGeom>
            <a:avLst/>
            <a:gdLst/>
            <a:ahLst/>
            <a:cxnLst/>
            <a:rect l="l" t="t" r="r" b="b"/>
            <a:pathLst>
              <a:path w="1151254" h="36194">
                <a:moveTo>
                  <a:pt x="1150819" y="35820"/>
                </a:moveTo>
                <a:lnTo>
                  <a:pt x="0" y="35820"/>
                </a:lnTo>
                <a:lnTo>
                  <a:pt x="0" y="0"/>
                </a:lnTo>
                <a:lnTo>
                  <a:pt x="1150819" y="0"/>
                </a:lnTo>
                <a:lnTo>
                  <a:pt x="1150819" y="3582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>
            <a:hlinkClick r:id="rId3"/>
          </p:cNvPr>
          <p:cNvSpPr/>
          <p:nvPr/>
        </p:nvSpPr>
        <p:spPr>
          <a:xfrm>
            <a:off x="10020168" y="19826667"/>
            <a:ext cx="1525270" cy="36195"/>
          </a:xfrm>
          <a:custGeom>
            <a:avLst/>
            <a:gdLst/>
            <a:ahLst/>
            <a:cxnLst/>
            <a:rect l="l" t="t" r="r" b="b"/>
            <a:pathLst>
              <a:path w="1525270" h="36194">
                <a:moveTo>
                  <a:pt x="1525218" y="35820"/>
                </a:moveTo>
                <a:lnTo>
                  <a:pt x="0" y="35820"/>
                </a:lnTo>
                <a:lnTo>
                  <a:pt x="0" y="0"/>
                </a:lnTo>
                <a:lnTo>
                  <a:pt x="1525218" y="0"/>
                </a:lnTo>
                <a:lnTo>
                  <a:pt x="1525218" y="3582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>
            <a:hlinkClick r:id="rId3"/>
          </p:cNvPr>
          <p:cNvSpPr/>
          <p:nvPr/>
        </p:nvSpPr>
        <p:spPr>
          <a:xfrm>
            <a:off x="11713881" y="19826667"/>
            <a:ext cx="1019175" cy="36195"/>
          </a:xfrm>
          <a:custGeom>
            <a:avLst/>
            <a:gdLst/>
            <a:ahLst/>
            <a:cxnLst/>
            <a:rect l="l" t="t" r="r" b="b"/>
            <a:pathLst>
              <a:path w="1019175" h="36194">
                <a:moveTo>
                  <a:pt x="1018586" y="35820"/>
                </a:moveTo>
                <a:lnTo>
                  <a:pt x="0" y="35820"/>
                </a:lnTo>
                <a:lnTo>
                  <a:pt x="0" y="0"/>
                </a:lnTo>
                <a:lnTo>
                  <a:pt x="1018586" y="0"/>
                </a:lnTo>
                <a:lnTo>
                  <a:pt x="1018586" y="3582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9981142" y="18624323"/>
            <a:ext cx="3456940" cy="3124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850" dirty="0">
                <a:solidFill>
                  <a:srgbClr val="FFFFFF"/>
                </a:solidFill>
                <a:latin typeface="Arial MT"/>
                <a:cs typeface="Arial MT"/>
              </a:rPr>
              <a:t>Q</a:t>
            </a:r>
            <a:r>
              <a:rPr sz="1850" dirty="0">
                <a:solidFill>
                  <a:srgbClr val="FFFFFF"/>
                </a:solidFill>
                <a:latin typeface="Lucida Sans Unicode"/>
                <a:cs typeface="Lucida Sans Unicode"/>
              </a:rPr>
              <a:t>R</a:t>
            </a:r>
            <a:r>
              <a:rPr sz="1850" spc="-21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850" spc="-20" dirty="0">
                <a:solidFill>
                  <a:srgbClr val="FFFFFF"/>
                </a:solidFill>
                <a:latin typeface="Lucida Sans Unicode"/>
                <a:cs typeface="Lucida Sans Unicode"/>
              </a:rPr>
              <a:t>Co</a:t>
            </a:r>
            <a:r>
              <a:rPr sz="1850" spc="-20" dirty="0">
                <a:solidFill>
                  <a:srgbClr val="FFFFFF"/>
                </a:solidFill>
                <a:latin typeface="Arial MT"/>
                <a:cs typeface="Arial MT"/>
              </a:rPr>
              <a:t>d</a:t>
            </a:r>
            <a:r>
              <a:rPr sz="1850" spc="-20" dirty="0">
                <a:solidFill>
                  <a:srgbClr val="FFFFFF"/>
                </a:solidFill>
                <a:latin typeface="Lucida Sans Unicode"/>
                <a:cs typeface="Lucida Sans Unicode"/>
              </a:rPr>
              <a:t>e:</a:t>
            </a:r>
            <a:r>
              <a:rPr sz="1850" spc="-21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850" spc="-70" dirty="0">
                <a:solidFill>
                  <a:srgbClr val="FFFFFF"/>
                </a:solidFill>
                <a:latin typeface="Arial MT"/>
                <a:cs typeface="Arial MT"/>
              </a:rPr>
              <a:t>L</a:t>
            </a:r>
            <a:r>
              <a:rPr sz="1850" spc="-70" dirty="0">
                <a:solidFill>
                  <a:srgbClr val="FFFFFF"/>
                </a:solidFill>
                <a:latin typeface="Lucida Sans Unicode"/>
                <a:cs typeface="Lucida Sans Unicode"/>
              </a:rPr>
              <a:t>ink</a:t>
            </a:r>
            <a:r>
              <a:rPr sz="1850" spc="-19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85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for</a:t>
            </a:r>
            <a:r>
              <a:rPr sz="1850" spc="-21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850" spc="-25" dirty="0">
                <a:solidFill>
                  <a:srgbClr val="FFFFFF"/>
                </a:solidFill>
                <a:latin typeface="Lucida Sans Unicode"/>
                <a:cs typeface="Lucida Sans Unicode"/>
              </a:rPr>
              <a:t>GitHub</a:t>
            </a:r>
            <a:endParaRPr sz="1850" dirty="0">
              <a:latin typeface="Lucida Sans Unicode"/>
              <a:cs typeface="Lucida Sans Unicode"/>
            </a:endParaRP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C35427E6-F7D3-EEEF-C20D-EB09E5A8E82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429251" y="9828407"/>
            <a:ext cx="4341468" cy="3873864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4D3A8C88-314D-C87C-E88D-1BE82BE2CE8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67814" y="-1570521"/>
            <a:ext cx="9753600" cy="724857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4A30665-4E6B-F3FB-A2EF-124A51F04642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7456" y="15452337"/>
            <a:ext cx="3024312" cy="302431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3000" b="-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838934" y="1712535"/>
            <a:ext cx="12537440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429125" algn="l"/>
                <a:tab pos="7689850" algn="l"/>
              </a:tabLst>
            </a:pPr>
            <a:r>
              <a:rPr lang="en-IN" sz="4000" spc="815" dirty="0"/>
              <a:t>INTUITIVE WALLET MANAGEMENT</a:t>
            </a:r>
            <a:endParaRPr sz="4000" dirty="0"/>
          </a:p>
        </p:txBody>
      </p:sp>
      <p:sp>
        <p:nvSpPr>
          <p:cNvPr id="9" name="object 9"/>
          <p:cNvSpPr txBox="1"/>
          <p:nvPr/>
        </p:nvSpPr>
        <p:spPr>
          <a:xfrm>
            <a:off x="830397" y="3302212"/>
            <a:ext cx="8613775" cy="347640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17500"/>
              </a:lnSpc>
              <a:spcBef>
                <a:spcPts val="95"/>
              </a:spcBef>
            </a:pPr>
            <a:r>
              <a:rPr lang="en-US" sz="3200" spc="280" dirty="0">
                <a:solidFill>
                  <a:srgbClr val="FFFFFF"/>
                </a:solidFill>
                <a:latin typeface="Lucida Sans Unicode"/>
                <a:cs typeface="Lucida Sans Unicode"/>
              </a:rPr>
              <a:t>Simplify your digital finance experience with </a:t>
            </a:r>
            <a:r>
              <a:rPr lang="en-US" sz="3200" spc="280" dirty="0" err="1">
                <a:solidFill>
                  <a:srgbClr val="FFFFFF"/>
                </a:solidFill>
                <a:latin typeface="Lucida Sans Unicode"/>
                <a:cs typeface="Lucida Sans Unicode"/>
              </a:rPr>
              <a:t>FundFlow's</a:t>
            </a:r>
            <a:r>
              <a:rPr lang="en-US" sz="3200" spc="280" dirty="0">
                <a:solidFill>
                  <a:srgbClr val="FFFFFF"/>
                </a:solidFill>
                <a:latin typeface="Lucida Sans Unicode"/>
                <a:cs typeface="Lucida Sans Unicode"/>
              </a:rPr>
              <a:t> clean interface. Easily manage your balance, track transactions, and handle simulated payments without unnecessary complexity.</a:t>
            </a:r>
            <a:endParaRPr sz="3200" dirty="0">
              <a:latin typeface="Lucida Sans Unicode"/>
              <a:cs typeface="Lucida Sans Unicode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42253" y="7926988"/>
            <a:ext cx="13331190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557270" algn="l"/>
                <a:tab pos="7573009" algn="l"/>
                <a:tab pos="9083040" algn="l"/>
                <a:tab pos="11565890" algn="l"/>
              </a:tabLst>
            </a:pPr>
            <a:r>
              <a:rPr lang="en-IN" sz="4000" spc="825" dirty="0">
                <a:solidFill>
                  <a:srgbClr val="FFDE58"/>
                </a:solidFill>
                <a:latin typeface="Palatino Linotype"/>
                <a:cs typeface="Palatino Linotype"/>
              </a:rPr>
              <a:t>MODERN TECHNOLOGY INTEGRATION</a:t>
            </a:r>
            <a:endParaRPr sz="4000" dirty="0">
              <a:latin typeface="Palatino Linotype"/>
              <a:cs typeface="Palatino Linotype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437825" y="9457033"/>
            <a:ext cx="9707245" cy="3042500"/>
          </a:xfrm>
          <a:prstGeom prst="rect">
            <a:avLst/>
          </a:prstGeom>
        </p:spPr>
        <p:txBody>
          <a:bodyPr vert="horz" wrap="square" lIns="0" tIns="86995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685"/>
              </a:spcBef>
            </a:pPr>
            <a:r>
              <a:rPr lang="en-US" sz="3200" spc="260" dirty="0">
                <a:solidFill>
                  <a:srgbClr val="FFFFFF"/>
                </a:solidFill>
                <a:latin typeface="Lucida Sans Unicode"/>
                <a:cs typeface="Lucida Sans Unicode"/>
              </a:rPr>
              <a:t>Leverages </a:t>
            </a:r>
            <a:r>
              <a:rPr lang="en-US" sz="3200" spc="260" dirty="0" err="1">
                <a:solidFill>
                  <a:srgbClr val="FFFFFF"/>
                </a:solidFill>
                <a:latin typeface="Lucida Sans Unicode"/>
                <a:cs typeface="Lucida Sans Unicode"/>
              </a:rPr>
              <a:t>Supabase</a:t>
            </a:r>
            <a:r>
              <a:rPr lang="en-US" sz="3200" spc="260" dirty="0">
                <a:solidFill>
                  <a:srgbClr val="FFFFFF"/>
                </a:solidFill>
                <a:latin typeface="Lucida Sans Unicode"/>
                <a:cs typeface="Lucida Sans Unicode"/>
              </a:rPr>
              <a:t> for real-time data and secure authentication. Explore simulated Web3 payments via MetaMask integration with an Ethereum (</a:t>
            </a:r>
            <a:r>
              <a:rPr lang="en-US" sz="3200" spc="260" dirty="0" err="1">
                <a:solidFill>
                  <a:srgbClr val="FFFFFF"/>
                </a:solidFill>
                <a:latin typeface="Lucida Sans Unicode"/>
                <a:cs typeface="Lucida Sans Unicode"/>
              </a:rPr>
              <a:t>Holesky</a:t>
            </a:r>
            <a:r>
              <a:rPr lang="en-US" sz="3200" spc="260" dirty="0">
                <a:solidFill>
                  <a:srgbClr val="FFFFFF"/>
                </a:solidFill>
                <a:latin typeface="Lucida Sans Unicode"/>
                <a:cs typeface="Lucida Sans Unicode"/>
              </a:rPr>
              <a:t>) smart contract. A practical demonstration of modern web development</a:t>
            </a:r>
            <a:r>
              <a:rPr lang="en-US" sz="2800" spc="260" dirty="0">
                <a:solidFill>
                  <a:srgbClr val="FFFFFF"/>
                </a:solidFill>
                <a:latin typeface="Lucida Sans Unicode"/>
                <a:cs typeface="Lucida Sans Unicode"/>
              </a:rPr>
              <a:t>.</a:t>
            </a:r>
            <a:endParaRPr sz="2800" dirty="0">
              <a:latin typeface="Lucida Sans Unicode"/>
              <a:cs typeface="Lucida Sans Unicode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115826" y="13603458"/>
            <a:ext cx="11983720" cy="4530086"/>
          </a:xfrm>
          <a:prstGeom prst="rect">
            <a:avLst/>
          </a:prstGeom>
        </p:spPr>
        <p:txBody>
          <a:bodyPr vert="horz" wrap="square" lIns="0" tIns="257175" rIns="0" bIns="0" rtlCol="0">
            <a:spAutoFit/>
          </a:bodyPr>
          <a:lstStyle/>
          <a:p>
            <a:pPr marL="3728085">
              <a:lnSpc>
                <a:spcPct val="100000"/>
              </a:lnSpc>
              <a:spcBef>
                <a:spcPts val="2025"/>
              </a:spcBef>
              <a:tabLst>
                <a:tab pos="6188075" algn="l"/>
              </a:tabLst>
            </a:pPr>
            <a:r>
              <a:rPr sz="4700" spc="-10" dirty="0">
                <a:solidFill>
                  <a:srgbClr val="FFDE58"/>
                </a:solidFill>
                <a:latin typeface="Palatino Linotype"/>
                <a:cs typeface="Palatino Linotype"/>
              </a:rPr>
              <a:t>UNSDG</a:t>
            </a:r>
            <a:r>
              <a:rPr sz="4700" dirty="0">
                <a:solidFill>
                  <a:srgbClr val="FFDE58"/>
                </a:solidFill>
                <a:latin typeface="Palatino Linotype"/>
                <a:cs typeface="Palatino Linotype"/>
              </a:rPr>
              <a:t>	</a:t>
            </a:r>
            <a:r>
              <a:rPr sz="4700" spc="545" dirty="0">
                <a:solidFill>
                  <a:srgbClr val="FFDE58"/>
                </a:solidFill>
                <a:latin typeface="Palatino Linotype"/>
                <a:cs typeface="Palatino Linotype"/>
              </a:rPr>
              <a:t>GoaLs</a:t>
            </a:r>
            <a:endParaRPr sz="4700" dirty="0">
              <a:latin typeface="Palatino Linotype"/>
              <a:cs typeface="Palatino Linotype"/>
            </a:endParaRPr>
          </a:p>
          <a:p>
            <a:pPr algn="ctr">
              <a:lnSpc>
                <a:spcPct val="100000"/>
              </a:lnSpc>
              <a:spcBef>
                <a:spcPts val="1420"/>
              </a:spcBef>
            </a:pPr>
            <a:r>
              <a:rPr lang="en-US" sz="3350" dirty="0">
                <a:solidFill>
                  <a:srgbClr val="FFFFFF"/>
                </a:solidFill>
                <a:latin typeface="Arial Black"/>
                <a:cs typeface="Arial Black"/>
              </a:rPr>
              <a:t>Goal 9: Industry, Innovation, and Infrastructure</a:t>
            </a:r>
          </a:p>
          <a:p>
            <a:pPr algn="ctr">
              <a:lnSpc>
                <a:spcPct val="100000"/>
              </a:lnSpc>
              <a:spcBef>
                <a:spcPts val="1420"/>
              </a:spcBef>
            </a:pPr>
            <a:r>
              <a:rPr lang="en-US" sz="3350" dirty="0">
                <a:solidFill>
                  <a:srgbClr val="FFFFFF"/>
                </a:solidFill>
                <a:latin typeface="Arial Black"/>
                <a:cs typeface="Arial Black"/>
              </a:rPr>
              <a:t>Goal 8: Decent Work and Economic Growth</a:t>
            </a:r>
          </a:p>
          <a:p>
            <a:pPr algn="ctr">
              <a:lnSpc>
                <a:spcPct val="100000"/>
              </a:lnSpc>
              <a:spcBef>
                <a:spcPts val="1420"/>
              </a:spcBef>
            </a:pPr>
            <a:endParaRPr sz="3350" dirty="0">
              <a:latin typeface="Arial Black"/>
              <a:cs typeface="Arial Black"/>
            </a:endParaRPr>
          </a:p>
          <a:p>
            <a:pPr marL="3759835">
              <a:lnSpc>
                <a:spcPct val="100000"/>
              </a:lnSpc>
            </a:pPr>
            <a:r>
              <a:rPr sz="4700" spc="1015" dirty="0">
                <a:solidFill>
                  <a:srgbClr val="FFDE58"/>
                </a:solidFill>
                <a:latin typeface="Palatino Linotype"/>
                <a:cs typeface="Palatino Linotype"/>
              </a:rPr>
              <a:t>SupervIsor</a:t>
            </a:r>
            <a:endParaRPr sz="4700" dirty="0">
              <a:latin typeface="Palatino Linotype"/>
              <a:cs typeface="Palatino Linotype"/>
            </a:endParaRPr>
          </a:p>
          <a:p>
            <a:pPr marR="164465" algn="ctr">
              <a:lnSpc>
                <a:spcPct val="100000"/>
              </a:lnSpc>
              <a:spcBef>
                <a:spcPts val="890"/>
              </a:spcBef>
            </a:pPr>
            <a:r>
              <a:rPr sz="4050" spc="-130" dirty="0">
                <a:solidFill>
                  <a:srgbClr val="FFFFFF"/>
                </a:solidFill>
                <a:latin typeface="Lucida Sans Unicode"/>
                <a:cs typeface="Lucida Sans Unicode"/>
              </a:rPr>
              <a:t>Dr.</a:t>
            </a:r>
            <a:r>
              <a:rPr sz="4050" spc="-35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lang="en-US" sz="4050" spc="-30" dirty="0">
                <a:solidFill>
                  <a:srgbClr val="FFFFFF"/>
                </a:solidFill>
                <a:latin typeface="Arial MT"/>
                <a:cs typeface="Lucida Sans Unicode"/>
              </a:rPr>
              <a:t>Navneet Kaur</a:t>
            </a:r>
            <a:endParaRPr sz="4050" dirty="0">
              <a:latin typeface="Arial MT"/>
              <a:cs typeface="Arial MT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ECAADD57-5156-3AE6-C1D0-A67CDBD09EB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44172" y="2506452"/>
            <a:ext cx="4518868" cy="4518868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2F843246-5482-D708-E250-5A7E41733A4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9061450"/>
            <a:ext cx="3437824" cy="3695971"/>
          </a:xfrm>
          <a:prstGeom prst="rect">
            <a:avLst/>
          </a:prstGeom>
        </p:spPr>
      </p:pic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amask">
  <a:themeElements>
    <a:clrScheme name="Damask">
      <a:dk1>
        <a:sysClr val="windowText" lastClr="000000"/>
      </a:dk1>
      <a:lt1>
        <a:sysClr val="window" lastClr="FFFFFF"/>
      </a:lt1>
      <a:dk2>
        <a:srgbClr val="2A5B7F"/>
      </a:dk2>
      <a:lt2>
        <a:srgbClr val="ABDAFC"/>
      </a:lt2>
      <a:accent1>
        <a:srgbClr val="9EC544"/>
      </a:accent1>
      <a:accent2>
        <a:srgbClr val="50BEA3"/>
      </a:accent2>
      <a:accent3>
        <a:srgbClr val="4A9CCC"/>
      </a:accent3>
      <a:accent4>
        <a:srgbClr val="9A66CA"/>
      </a:accent4>
      <a:accent5>
        <a:srgbClr val="C54F71"/>
      </a:accent5>
      <a:accent6>
        <a:srgbClr val="DE9C3C"/>
      </a:accent6>
      <a:hlink>
        <a:srgbClr val="6BA9DA"/>
      </a:hlink>
      <a:folHlink>
        <a:srgbClr val="A0BCD3"/>
      </a:folHlink>
    </a:clrScheme>
    <a:fontScheme name="Damask">
      <a:majorFont>
        <a:latin typeface="Bookman Old Style" panose="02050604050505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105000"/>
                <a:lumMod val="110000"/>
              </a:schemeClr>
            </a:gs>
            <a:gs pos="100000">
              <a:schemeClr val="phClr">
                <a:tint val="78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0000"/>
                <a:lumMod val="104000"/>
              </a:schemeClr>
            </a:gs>
            <a:gs pos="69000">
              <a:schemeClr val="phClr">
                <a:shade val="86000"/>
                <a:satMod val="130000"/>
                <a:lumMod val="102000"/>
              </a:schemeClr>
            </a:gs>
            <a:gs pos="100000">
              <a:schemeClr val="phClr">
                <a:shade val="72000"/>
                <a:satMod val="130000"/>
                <a:lum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sy="96000" rotWithShape="0">
              <a:srgbClr val="000000">
                <a:alpha val="54000"/>
              </a:srgbClr>
            </a:outerShdw>
          </a:effectLst>
        </a:effectStyle>
        <a:effectStyle>
          <a:effectLst>
            <a:outerShdw blurRad="76200" dist="38100" dir="5400000" algn="ctr" rotWithShape="0">
              <a:srgbClr val="000000">
                <a:alpha val="76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18000"/>
                <a:satMod val="160000"/>
                <a:lumMod val="28000"/>
              </a:schemeClr>
              <a:schemeClr val="phClr">
                <a:tint val="95000"/>
                <a:satMod val="160000"/>
                <a:lumMod val="11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mask" id="{F9A299A0-33D0-4E0F-9F3F-7163E3744208}" vid="{746EEEEA-FB6A-406B-B510-531588D5481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TM04033921[[fn=Damask]]</Template>
  <TotalTime>75</TotalTime>
  <Words>114</Words>
  <Application>Microsoft Office PowerPoint</Application>
  <PresentationFormat>Custom</PresentationFormat>
  <Paragraphs>17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10" baseType="lpstr">
      <vt:lpstr>Arial</vt:lpstr>
      <vt:lpstr>Arial Black</vt:lpstr>
      <vt:lpstr>Arial MT</vt:lpstr>
      <vt:lpstr>Bookman Old Style</vt:lpstr>
      <vt:lpstr>Lucida Sans Unicode</vt:lpstr>
      <vt:lpstr>Palatino Linotype</vt:lpstr>
      <vt:lpstr>Rockwell</vt:lpstr>
      <vt:lpstr>Damask</vt:lpstr>
      <vt:lpstr>PowerPoint Presentation</vt:lpstr>
      <vt:lpstr>INTUITIVE WALLET MANAGEMENT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Yellow and blue Modern Technology Poster</dc:title>
  <dc:creator>Sarthak Gupta</dc:creator>
  <cp:keywords>DAGFAePwxh0,BAFCwE2-eLQ</cp:keywords>
  <cp:lastModifiedBy>Akshat Prashar</cp:lastModifiedBy>
  <cp:revision>13</cp:revision>
  <dcterms:created xsi:type="dcterms:W3CDTF">2025-05-08T04:46:15Z</dcterms:created>
  <dcterms:modified xsi:type="dcterms:W3CDTF">2025-05-22T03:40:18Z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2024-05-12T00:00:00Z</vt:filetime>
  </property>
  <property fmtid="{D5CDD505-2E9C-101B-9397-08002B2CF9AE}" pid="3" name="Creator">
    <vt:lpwstr>Canva</vt:lpwstr>
  </property>
  <property fmtid="{D5CDD505-2E9C-101B-9397-08002B2CF9AE}" pid="4" name="LastSaved">
    <vt:filetime>2025-05-08T00:00:00Z</vt:filetime>
  </property>
  <property fmtid="{D5CDD505-2E9C-101B-9397-08002B2CF9AE}" pid="5" name="Producer">
    <vt:lpwstr>3.0.24 (5.1.10) </vt:lpwstr>
  </property>
</Properties>
</file>