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BCE03-11AA-48A8-B731-FB08B8097893}" v="8" dt="2025-05-07T09:50:54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35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22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83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47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53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72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91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41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17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75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84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27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3E8C9-8C8E-4101-80EF-52017DC47259}" type="datetimeFigureOut">
              <a:rPr lang="en-IN" smtClean="0"/>
              <a:pPr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C1684-75BE-473F-8787-DFBEFD76B54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70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5B94-C30F-74DB-257E-2FF2F0A7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20F3FBB9-EE4B-31F4-28A4-5AB0B50BDF81}"/>
              </a:ext>
            </a:extLst>
          </p:cNvPr>
          <p:cNvSpPr txBox="1">
            <a:spLocks noChangeAspect="1"/>
          </p:cNvSpPr>
          <p:nvPr/>
        </p:nvSpPr>
        <p:spPr>
          <a:xfrm>
            <a:off x="130447" y="2116883"/>
            <a:ext cx="3120862" cy="460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users find existing digital wallets complex and desire a simpler, secure application focused on core functionalities: managing balances, simulated P2P transfers, fund addition, and transaction history. 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MetaPurse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by offering a clean web interface and simulated backend, providing a learning model for digital wallet creation without real-world financial system complexities.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simplify digital finance management with a user-focused platform offering clear and secure financial operations.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and demonstrate the integration of modern backend (Supabase) and decentralized payment technologies (MetaMask/Ethereum) in a practical learning environment.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5B7B4-26EF-EF03-6993-6649B235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47" y="1632155"/>
            <a:ext cx="3121983" cy="433280"/>
          </a:xfr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 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31D71338-7E49-2DB7-2B45-D25133935745}"/>
              </a:ext>
            </a:extLst>
          </p:cNvPr>
          <p:cNvSpPr txBox="1">
            <a:spLocks/>
          </p:cNvSpPr>
          <p:nvPr/>
        </p:nvSpPr>
        <p:spPr>
          <a:xfrm>
            <a:off x="3392008" y="1632153"/>
            <a:ext cx="3121983" cy="4332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F3836772-0C5B-AF2B-D337-0D0974937BEE}"/>
              </a:ext>
            </a:extLst>
          </p:cNvPr>
          <p:cNvSpPr txBox="1">
            <a:spLocks/>
          </p:cNvSpPr>
          <p:nvPr/>
        </p:nvSpPr>
        <p:spPr>
          <a:xfrm>
            <a:off x="6654130" y="1632153"/>
            <a:ext cx="3121983" cy="4332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9BEAD5-DABD-A0B3-F2DD-C3E400A25DEB}"/>
              </a:ext>
            </a:extLst>
          </p:cNvPr>
          <p:cNvSpPr txBox="1"/>
          <p:nvPr/>
        </p:nvSpPr>
        <p:spPr>
          <a:xfrm>
            <a:off x="129887" y="145068"/>
            <a:ext cx="9621704" cy="14157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Explorihibit 4.0   </a:t>
            </a:r>
          </a:p>
          <a:p>
            <a:pPr algn="ctr"/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WalletWise</a:t>
            </a:r>
          </a:p>
          <a:p>
            <a:pPr algn="ctr"/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IDs: 2311981009, 2311981048</a:t>
            </a:r>
          </a:p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 : Dr. Navneet Kaur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CBE66E-83F5-E543-D2D6-0E72CAB85C13}"/>
              </a:ext>
            </a:extLst>
          </p:cNvPr>
          <p:cNvSpPr txBox="1">
            <a:spLocks/>
          </p:cNvSpPr>
          <p:nvPr/>
        </p:nvSpPr>
        <p:spPr>
          <a:xfrm>
            <a:off x="3380868" y="2116884"/>
            <a:ext cx="3120862" cy="460125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/ Innovation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Supabase for real-time backend services with a client-side Ethereum payment simulation via MetaMask, offering a practical BaaS and Web3 learning model.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a streamlined, core-functionality digital wallet experience, contrasting with feature-heavy commercial alternatives, emphasizing ease of use and understanding for foundational financial operations.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3737EA-A5E7-670F-7F83-705FBC139888}"/>
              </a:ext>
            </a:extLst>
          </p:cNvPr>
          <p:cNvSpPr txBox="1"/>
          <p:nvPr/>
        </p:nvSpPr>
        <p:spPr>
          <a:xfrm>
            <a:off x="6631289" y="2110303"/>
            <a:ext cx="3120862" cy="3348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authenticate via Supabase, view real-time balances, interact with MetaMask on Holesky for simulated transactions, and manage contacts with all activity logged in Supabase.</a:t>
            </a: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with simulated P2P and testnet ETH, dependent on MetaMask, lacking 2FA and real-world payment integrations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 P2P via RPC, add ERC-20 and fiat options, integrate budgeting, analytics, notifications, and decentralized identity.</a:t>
            </a: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6CE8228-639C-8D12-AEFE-217170CBC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4667" y="5561932"/>
            <a:ext cx="894595" cy="8945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3F12A61-4557-63A2-0FD3-69B07C4F725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48909" y="5567351"/>
            <a:ext cx="894595" cy="894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56967BA-E80D-D858-9238-7B0A7EE3E3CA}"/>
              </a:ext>
            </a:extLst>
          </p:cNvPr>
          <p:cNvSpPr txBox="1"/>
          <p:nvPr/>
        </p:nvSpPr>
        <p:spPr>
          <a:xfrm>
            <a:off x="6785587" y="6456527"/>
            <a:ext cx="2812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: Link to GitHub and Video</a:t>
            </a:r>
          </a:p>
        </p:txBody>
      </p:sp>
      <p:pic>
        <p:nvPicPr>
          <p:cNvPr id="37" name="image1.jpg">
            <a:extLst>
              <a:ext uri="{FF2B5EF4-FFF2-40B4-BE49-F238E27FC236}">
                <a16:creationId xmlns:a16="http://schemas.microsoft.com/office/drawing/2014/main" id="{5B0E6A58-9960-C26E-E8BC-B90E83690AD8}"/>
              </a:ext>
            </a:extLst>
          </p:cNvPr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164242" y="174564"/>
            <a:ext cx="1088293" cy="39570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00FC09-BBB4-4ACA-972C-F8B387724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354" y="2496522"/>
            <a:ext cx="2954692" cy="1287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C28B0-8ED5-CE2E-7552-81BD9F0DAF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43" y="2239449"/>
            <a:ext cx="942576" cy="867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51C1E1-F393-4075-E7C3-C69EC722EF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78" y="2239447"/>
            <a:ext cx="914607" cy="867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1F29E6-142A-6DB4-9C16-6EBA09DC3F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115" y="2239447"/>
            <a:ext cx="867545" cy="867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320646-8940-4C83-2A4C-CC3C769CE2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9808" y="2116882"/>
            <a:ext cx="3135745" cy="141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72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425</TotalTime>
  <Words>269</Words>
  <Application>Microsoft Office PowerPoint</Application>
  <PresentationFormat>A4 Paper (210x297 mm)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Problem Overview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Overview</dc:title>
  <dc:creator>Kapil</dc:creator>
  <cp:lastModifiedBy>Akshat Prashar</cp:lastModifiedBy>
  <cp:revision>12</cp:revision>
  <dcterms:created xsi:type="dcterms:W3CDTF">2025-05-02T04:44:41Z</dcterms:created>
  <dcterms:modified xsi:type="dcterms:W3CDTF">2025-05-21T15:43:02Z</dcterms:modified>
</cp:coreProperties>
</file>